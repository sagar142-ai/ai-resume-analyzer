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69" autoAdjust="0"/>
  </p:normalViewPr>
  <p:slideViewPr>
    <p:cSldViewPr snapToGrid="0" snapToObjects="1">
      <p:cViewPr>
        <p:scale>
          <a:sx n="66" d="100"/>
          <a:sy n="66" d="100"/>
        </p:scale>
        <p:origin x="150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12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5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8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27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86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88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3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80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83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20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74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2473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420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2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11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232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48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064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Resume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Attractive Mini Project Presentation</a:t>
            </a:r>
          </a:p>
          <a:p>
            <a:r>
              <a:t>Developed by Sagar Kumar (B.Tech CSE)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AI-based Resume Analyzer built using Python and Flask.</a:t>
            </a:r>
          </a:p>
          <a:p>
            <a:r>
              <a:t>Automatically extracts skills from resumes.</a:t>
            </a:r>
          </a:p>
          <a:p>
            <a:r>
              <a:t>Recommends suitable job roles and missing skills.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resume screening is time-consuming.</a:t>
            </a:r>
          </a:p>
          <a:p>
            <a:r>
              <a:t>HR teams face difficulty in shortlisting candidates.</a:t>
            </a:r>
          </a:p>
          <a:p>
            <a:r>
              <a:t>Need for automated and intelligent resume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resume analysis process.</a:t>
            </a:r>
          </a:p>
          <a:p>
            <a:r>
              <a:t>Extract technical skills from resumes.</a:t>
            </a:r>
          </a:p>
          <a:p>
            <a:r>
              <a:t>Recommend best job role.</a:t>
            </a:r>
          </a:p>
          <a:p>
            <a:r>
              <a:t>Identify missing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uploads resume (PDF).</a:t>
            </a:r>
          </a:p>
          <a:p>
            <a:r>
              <a:t>Flask web application processes resume.</a:t>
            </a:r>
          </a:p>
          <a:p>
            <a:r>
              <a:t>AI logic extracts skills.</a:t>
            </a:r>
          </a:p>
          <a:p>
            <a:r>
              <a:t>System displays job role and missing skills.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Flask</a:t>
            </a:r>
          </a:p>
          <a:p>
            <a:r>
              <a:t>HTML &amp; CSS</a:t>
            </a:r>
          </a:p>
          <a:p>
            <a:r>
              <a:t>AI Logic (Keyword Matching)</a:t>
            </a:r>
          </a:p>
          <a:p>
            <a:r>
              <a:t>PDF 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 Upload Module</a:t>
            </a:r>
          </a:p>
          <a:p>
            <a:r>
              <a:t>Skill Extraction Module</a:t>
            </a:r>
          </a:p>
          <a:p>
            <a:r>
              <a:t>Job Role Recommendation Module</a:t>
            </a:r>
          </a:p>
          <a:p>
            <a:r>
              <a:t>Result Display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Output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Server Running (CMD)</a:t>
            </a:r>
          </a:p>
          <a:p>
            <a:r>
              <a:rPr dirty="0"/>
              <a:t>Home Page – Resume Upload</a:t>
            </a:r>
          </a:p>
          <a:p>
            <a:r>
              <a:rPr dirty="0"/>
              <a:t>Analysis Result Page</a:t>
            </a:r>
          </a:p>
          <a:p>
            <a:r>
              <a:rPr dirty="0"/>
              <a:t>→ Screenshots inserted during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D1915-B35F-834E-D3D9-3CF3DC215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5918"/>
            <a:ext cx="9144000" cy="1400530"/>
          </a:xfrm>
        </p:spPr>
        <p:txBody>
          <a:bodyPr/>
          <a:lstStyle/>
          <a:p>
            <a:r>
              <a:rPr lang="en-US" dirty="0"/>
              <a:t>Server running        HOMEPAGE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1A7186-1C3B-8696-E043-D6CE66DF1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85943"/>
            <a:ext cx="4383866" cy="3635999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74A8ED-1231-996A-3CF3-B0FD47775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495" y="1385943"/>
            <a:ext cx="4827048" cy="363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17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F4003-664E-0514-DC0E-5447F092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PAGES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A63797-EEC6-4E11-364F-54E143509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8400" y="1577477"/>
            <a:ext cx="4165600" cy="373461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E8B587-5205-8878-8261-87199BA8C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7477"/>
            <a:ext cx="4957966" cy="373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760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storage using AWS S3.</a:t>
            </a:r>
          </a:p>
          <a:p>
            <a:r>
              <a:t>Machine Learning-based resume ranking.</a:t>
            </a:r>
          </a:p>
          <a:p>
            <a:r>
              <a:t>Database integration.</a:t>
            </a:r>
          </a:p>
          <a:p>
            <a:r>
              <a:t>User authentication.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successfully analyzes resumes using AI.</a:t>
            </a:r>
          </a:p>
          <a:p>
            <a:r>
              <a:t>Provides accurate job recommendations.</a:t>
            </a:r>
          </a:p>
          <a:p>
            <a:r>
              <a:t>Improves efficiency of resume screening process.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963</TotalTime>
  <Words>206</Words>
  <Application>Microsoft Office PowerPoint</Application>
  <PresentationFormat>On-screen Show (4:3)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AI Resume Analyzer</vt:lpstr>
      <vt:lpstr>Abstract</vt:lpstr>
      <vt:lpstr>Problem Statement</vt:lpstr>
      <vt:lpstr>Objectives</vt:lpstr>
      <vt:lpstr>System Architecture</vt:lpstr>
      <vt:lpstr>Technologies Used</vt:lpstr>
      <vt:lpstr>Modules</vt:lpstr>
      <vt:lpstr>Output Screenshots</vt:lpstr>
      <vt:lpstr>Server running        HOMEPAGE </vt:lpstr>
      <vt:lpstr>RESULT PAGES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sagar kumar</cp:lastModifiedBy>
  <cp:revision>2</cp:revision>
  <dcterms:created xsi:type="dcterms:W3CDTF">2013-01-27T09:14:16Z</dcterms:created>
  <dcterms:modified xsi:type="dcterms:W3CDTF">2026-01-21T10:09:51Z</dcterms:modified>
  <cp:category/>
</cp:coreProperties>
</file>